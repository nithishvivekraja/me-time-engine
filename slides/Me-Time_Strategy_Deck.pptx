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0" d="100"/>
          <a:sy n="80" d="100"/>
        </p:scale>
        <p:origin x="74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5088D4-2137-4510-7290-BD17D379A1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400" y="8820094"/>
            <a:ext cx="1498600" cy="2858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377812-18CF-2C3D-ECF7-F1C883E244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400" y="8820094"/>
            <a:ext cx="1498600" cy="2858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C4A4CA-0342-75DF-AEF9-D95520C55F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400" y="8820094"/>
            <a:ext cx="1498600" cy="2858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7B1AC9-16DF-F3ED-79C8-D1346D2B96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400" y="8820094"/>
            <a:ext cx="1498600" cy="2858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BCE8E1-42ED-81BE-A110-9402A251D1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7400" y="8820094"/>
            <a:ext cx="1498600" cy="2858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Custom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 Nithish Vivek Raja</cp:lastModifiedBy>
  <cp:revision>2</cp:revision>
  <dcterms:created xsi:type="dcterms:W3CDTF">2006-08-16T00:00:00Z</dcterms:created>
  <dcterms:modified xsi:type="dcterms:W3CDTF">2026-08-28T16:45:57Z</dcterms:modified>
</cp:coreProperties>
</file>